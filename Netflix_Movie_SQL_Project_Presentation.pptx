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7944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257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13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442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43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6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0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8966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2425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11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685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6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Netflix Movie Analytics Using 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Mukesh Kumar</a:t>
            </a:r>
          </a:p>
          <a:p>
            <a:r>
              <a:rPr dirty="0"/>
              <a:t>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Netflix movie dataset using SQL to extract business insights and answer real-world analytical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Explore Netflix content trends</a:t>
            </a:r>
          </a:p>
          <a:p>
            <a:r>
              <a:rPr dirty="0"/>
              <a:t> Identify top genres and countries</a:t>
            </a:r>
          </a:p>
          <a:p>
            <a:r>
              <a:rPr dirty="0"/>
              <a:t> Analyze ratings and release patterns</a:t>
            </a:r>
          </a:p>
          <a:p>
            <a:r>
              <a:rPr dirty="0"/>
              <a:t> Generate business insights using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Netflix movies and TV shows dataset containing title, genre, country, release year, rating, duration, and other attributes.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Joins</a:t>
            </a:r>
          </a:p>
          <a:p>
            <a:r>
              <a:rPr dirty="0"/>
              <a:t> Aggregate Functions</a:t>
            </a:r>
          </a:p>
          <a:p>
            <a:r>
              <a:rPr dirty="0"/>
              <a:t> GROUP BY &amp; HAVING</a:t>
            </a:r>
          </a:p>
          <a:p>
            <a:r>
              <a:rPr dirty="0"/>
              <a:t> Subqueries</a:t>
            </a:r>
          </a:p>
          <a:p>
            <a:r>
              <a:rPr dirty="0"/>
              <a:t> Common Table Expressions (CTEs)</a:t>
            </a:r>
          </a:p>
          <a:p>
            <a:r>
              <a:rPr dirty="0"/>
              <a:t> Window Functions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Which genres are most popular?</a:t>
            </a:r>
          </a:p>
          <a:p>
            <a:r>
              <a:rPr dirty="0"/>
              <a:t> Which countries produce the most content?</a:t>
            </a:r>
          </a:p>
          <a:p>
            <a:r>
              <a:rPr dirty="0"/>
              <a:t> How has content production changed over time?</a:t>
            </a:r>
          </a:p>
          <a:p>
            <a:r>
              <a:rPr dirty="0"/>
              <a:t> What are the highest-rated categories?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Identified content growth trends</a:t>
            </a:r>
          </a:p>
          <a:p>
            <a:r>
              <a:rPr dirty="0"/>
              <a:t> Discovered top-performing genres</a:t>
            </a:r>
          </a:p>
          <a:p>
            <a:r>
              <a:rPr dirty="0"/>
              <a:t> Compared content production across countries</a:t>
            </a:r>
          </a:p>
          <a:p>
            <a:r>
              <a:rPr dirty="0"/>
              <a:t> Generated actionable business insights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Strengthened SQL skills and gained hands-on experience solving real-world business problems through data analysis.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6</TotalTime>
  <Words>180</Words>
  <Application>Microsoft Office PowerPoint</Application>
  <PresentationFormat>On-screen Show (4:3)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Gill Sans MT</vt:lpstr>
      <vt:lpstr>Gallery</vt:lpstr>
      <vt:lpstr>Netflix Movie Analytics Using SQL</vt:lpstr>
      <vt:lpstr>Project Overview</vt:lpstr>
      <vt:lpstr>Objectives</vt:lpstr>
      <vt:lpstr>Dataset</vt:lpstr>
      <vt:lpstr>SQL Concepts Used</vt:lpstr>
      <vt:lpstr>Sample Business Questions</vt:lpstr>
      <vt:lpstr>Key Insights</vt:lpstr>
      <vt:lpstr>Learning Outcomes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abcom</dc:creator>
  <cp:keywords/>
  <dc:description>generated using python-pptx</dc:description>
  <cp:lastModifiedBy>abcom</cp:lastModifiedBy>
  <cp:revision>3</cp:revision>
  <dcterms:created xsi:type="dcterms:W3CDTF">2013-01-27T09:14:16Z</dcterms:created>
  <dcterms:modified xsi:type="dcterms:W3CDTF">2026-06-25T12:00:44Z</dcterms:modified>
  <cp:category/>
</cp:coreProperties>
</file>