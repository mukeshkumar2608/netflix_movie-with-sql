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156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96319" y="802299"/>
            <a:ext cx="5618515" cy="2541431"/>
          </a:xfrm>
        </p:spPr>
        <p:txBody>
          <a:bodyPr bIns="0"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96319" y="3531205"/>
            <a:ext cx="5618515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96319" y="329308"/>
            <a:ext cx="3086292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4703" y="798973"/>
            <a:ext cx="802005" cy="50357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396319" y="3528542"/>
            <a:ext cx="561851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7944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82579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1756130"/>
            <a:ext cx="5617002" cy="188795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2" y="3806196"/>
            <a:ext cx="5617002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43491" y="3804985"/>
            <a:ext cx="561700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138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890"/>
            <a:ext cx="6571343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3490" y="2013936"/>
            <a:ext cx="3125871" cy="3437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89182" y="2013936"/>
            <a:ext cx="3125652" cy="3437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442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Connector 35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164"/>
            <a:ext cx="6571344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9550"/>
            <a:ext cx="3125766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3491" y="2824270"/>
            <a:ext cx="3125766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89182" y="2023004"/>
            <a:ext cx="31256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89182" y="2821491"/>
            <a:ext cx="31256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643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16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90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9042" y="798973"/>
            <a:ext cx="2425950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6656" y="798974"/>
            <a:ext cx="3828178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9042" y="3205492"/>
            <a:ext cx="2427369" cy="2248181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1748" y="3205491"/>
            <a:ext cx="242327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8966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4996501" y="482171"/>
            <a:ext cx="3511387" cy="5149101"/>
            <a:chOff x="6852919" y="583365"/>
            <a:chExt cx="4681849" cy="5181928"/>
          </a:xfrm>
        </p:grpSpPr>
        <p:sp>
          <p:nvSpPr>
            <p:cNvPr id="14" name="Rectangle 13"/>
            <p:cNvSpPr/>
            <p:nvPr/>
          </p:nvSpPr>
          <p:spPr>
            <a:xfrm>
              <a:off x="6852919" y="583365"/>
              <a:ext cx="4681849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Rectangle 14"/>
            <p:cNvSpPr/>
            <p:nvPr/>
          </p:nvSpPr>
          <p:spPr>
            <a:xfrm>
              <a:off x="7273787" y="915806"/>
              <a:ext cx="3844017" cy="4507918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148" y="1129513"/>
            <a:ext cx="3244935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40128" y="1122543"/>
            <a:ext cx="2234998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3492" y="3145992"/>
            <a:ext cx="3240286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36664" y="5469857"/>
            <a:ext cx="3252420" cy="320123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37530" y="318641"/>
            <a:ext cx="3251553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1281" y="3143605"/>
            <a:ext cx="324201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2425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2111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18028" y="798974"/>
            <a:ext cx="1103027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3491" y="798974"/>
            <a:ext cx="5301095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6918028" y="798974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6851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015734"/>
            <a:ext cx="9144000" cy="407952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1538" r="12500" b="-1538"/>
          <a:stretch/>
        </p:blipFill>
        <p:spPr>
          <a:xfrm>
            <a:off x="-1" y="6095253"/>
            <a:ext cx="9144001" cy="774727"/>
          </a:xfrm>
          <a:prstGeom prst="rect">
            <a:avLst/>
          </a:prstGeom>
        </p:spPr>
      </p:pic>
      <p:cxnSp>
        <p:nvCxnSpPr>
          <p:cNvPr id="13" name="Straight Connector 12"/>
          <p:cNvCxnSpPr/>
          <p:nvPr/>
        </p:nvCxnSpPr>
        <p:spPr>
          <a:xfrm>
            <a:off x="0" y="6101127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3491" y="804520"/>
            <a:ext cx="6571343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5733"/>
            <a:ext cx="6571343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46542" y="330370"/>
            <a:ext cx="2368292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43491" y="329308"/>
            <a:ext cx="403400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7725" y="798973"/>
            <a:ext cx="795746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262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6858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Netflix Movie Analytics Using SQL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Project Presentation</a:t>
            </a:r>
          </a:p>
          <a:p>
            <a:r>
              <a:t>Data Analytics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Analyzed Netflix movie dataset using SQL to extract business insights and answer real-world analytical questions.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Explore Netflix content trends</a:t>
            </a:r>
          </a:p>
          <a:p>
            <a:r>
              <a:t>• Identify top genres and countries</a:t>
            </a:r>
          </a:p>
          <a:p>
            <a:r>
              <a:t>• Analyze ratings and release patterns</a:t>
            </a:r>
          </a:p>
          <a:p>
            <a:r>
              <a:t>• Generate business insights using SQL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Netflix movies and TV shows dataset containing title, genre, country, release year, rating, duration, and other attributes.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SQL Concepts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Joins</a:t>
            </a:r>
          </a:p>
          <a:p>
            <a:r>
              <a:t>• Aggregate Functions</a:t>
            </a:r>
          </a:p>
          <a:p>
            <a:r>
              <a:t>• GROUP BY &amp; HAVING</a:t>
            </a:r>
          </a:p>
          <a:p>
            <a:r>
              <a:t>• Subqueries</a:t>
            </a:r>
          </a:p>
          <a:p>
            <a:r>
              <a:t>• Common Table Expressions (CTEs)</a:t>
            </a:r>
          </a:p>
          <a:p>
            <a:r>
              <a:t>• Window Functions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Business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Which genres are most popular?</a:t>
            </a:r>
          </a:p>
          <a:p>
            <a:r>
              <a:t>• Which countries produce the most content?</a:t>
            </a:r>
          </a:p>
          <a:p>
            <a:r>
              <a:t>• How has content production changed over time?</a:t>
            </a:r>
          </a:p>
          <a:p>
            <a:r>
              <a:t>• What are the highest-rated categories?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Identified content growth trends</a:t>
            </a:r>
          </a:p>
          <a:p>
            <a:r>
              <a:t>• Discovered top-performing genres</a:t>
            </a:r>
          </a:p>
          <a:p>
            <a:r>
              <a:t>• Compared content production across countries</a:t>
            </a:r>
          </a:p>
          <a:p>
            <a:r>
              <a:t>• Generated actionable business insights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Strengthened SQL skills and gained hands-on experience solving real-world business problems through data analysis.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Questions &amp; Feedback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TM10001114[[fn=Gallery]]</Template>
  <TotalTime>3</TotalTime>
  <Words>180</Words>
  <Application>Microsoft Office PowerPoint</Application>
  <PresentationFormat>On-screen Show (4:3)</PresentationFormat>
  <Paragraphs>33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Gill Sans MT</vt:lpstr>
      <vt:lpstr>Gallery</vt:lpstr>
      <vt:lpstr>Netflix Movie Analytics Using SQL</vt:lpstr>
      <vt:lpstr>Project Overview</vt:lpstr>
      <vt:lpstr>Objectives</vt:lpstr>
      <vt:lpstr>Dataset</vt:lpstr>
      <vt:lpstr>SQL Concepts Used</vt:lpstr>
      <vt:lpstr>Sample Business Questions</vt:lpstr>
      <vt:lpstr>Key Insights</vt:lpstr>
      <vt:lpstr>Learning Outcomes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abcom</dc:creator>
  <cp:keywords/>
  <dc:description>generated using python-pptx</dc:description>
  <cp:lastModifiedBy>abcom</cp:lastModifiedBy>
  <cp:revision>2</cp:revision>
  <dcterms:created xsi:type="dcterms:W3CDTF">2013-01-27T09:14:16Z</dcterms:created>
  <dcterms:modified xsi:type="dcterms:W3CDTF">2026-06-25T11:55:49Z</dcterms:modified>
  <cp:category/>
</cp:coreProperties>
</file>